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9702E"/>
    <a:srgbClr val="FFD200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4660"/>
  </p:normalViewPr>
  <p:slideViewPr>
    <p:cSldViewPr snapToGrid="0">
      <p:cViewPr varScale="1">
        <p:scale>
          <a:sx n="78" d="100"/>
          <a:sy n="78" d="100"/>
        </p:scale>
        <p:origin x="739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fhaam Sameed" userId="42f8595349d8ccae" providerId="LiveId" clId="{CCCFD9EF-85D0-4433-9B48-272B7F3534A3}"/>
    <pc:docChg chg="custSel modSld">
      <pc:chgData name="Afhaam Sameed" userId="42f8595349d8ccae" providerId="LiveId" clId="{CCCFD9EF-85D0-4433-9B48-272B7F3534A3}" dt="2025-10-05T13:49:12.404" v="5" actId="478"/>
      <pc:docMkLst>
        <pc:docMk/>
      </pc:docMkLst>
      <pc:sldChg chg="delSp mod">
        <pc:chgData name="Afhaam Sameed" userId="42f8595349d8ccae" providerId="LiveId" clId="{CCCFD9EF-85D0-4433-9B48-272B7F3534A3}" dt="2025-10-05T13:49:05.346" v="1" actId="478"/>
        <pc:sldMkLst>
          <pc:docMk/>
          <pc:sldMk cId="854288352" sldId="257"/>
        </pc:sldMkLst>
        <pc:picChg chg="del">
          <ac:chgData name="Afhaam Sameed" userId="42f8595349d8ccae" providerId="LiveId" clId="{CCCFD9EF-85D0-4433-9B48-272B7F3534A3}" dt="2025-10-05T13:49:05.346" v="1" actId="478"/>
          <ac:picMkLst>
            <pc:docMk/>
            <pc:sldMk cId="854288352" sldId="257"/>
            <ac:picMk id="7" creationId="{A08EB0EC-B6A5-45A6-CFA7-C2F2F5125266}"/>
          </ac:picMkLst>
        </pc:picChg>
        <pc:picChg chg="del">
          <ac:chgData name="Afhaam Sameed" userId="42f8595349d8ccae" providerId="LiveId" clId="{CCCFD9EF-85D0-4433-9B48-272B7F3534A3}" dt="2025-10-05T13:49:03.090" v="0" actId="478"/>
          <ac:picMkLst>
            <pc:docMk/>
            <pc:sldMk cId="854288352" sldId="257"/>
            <ac:picMk id="13" creationId="{736985F1-78C3-EC87-83A0-2D323CD4C9C0}"/>
          </ac:picMkLst>
        </pc:picChg>
      </pc:sldChg>
      <pc:sldChg chg="delSp mod">
        <pc:chgData name="Afhaam Sameed" userId="42f8595349d8ccae" providerId="LiveId" clId="{CCCFD9EF-85D0-4433-9B48-272B7F3534A3}" dt="2025-10-05T13:49:09.541" v="3" actId="478"/>
        <pc:sldMkLst>
          <pc:docMk/>
          <pc:sldMk cId="3865209502" sldId="258"/>
        </pc:sldMkLst>
        <pc:picChg chg="del">
          <ac:chgData name="Afhaam Sameed" userId="42f8595349d8ccae" providerId="LiveId" clId="{CCCFD9EF-85D0-4433-9B48-272B7F3534A3}" dt="2025-10-05T13:49:09.541" v="3" actId="478"/>
          <ac:picMkLst>
            <pc:docMk/>
            <pc:sldMk cId="3865209502" sldId="258"/>
            <ac:picMk id="7" creationId="{A08EB0EC-B6A5-45A6-CFA7-C2F2F5125266}"/>
          </ac:picMkLst>
        </pc:picChg>
        <pc:picChg chg="del">
          <ac:chgData name="Afhaam Sameed" userId="42f8595349d8ccae" providerId="LiveId" clId="{CCCFD9EF-85D0-4433-9B48-272B7F3534A3}" dt="2025-10-05T13:49:08.354" v="2" actId="478"/>
          <ac:picMkLst>
            <pc:docMk/>
            <pc:sldMk cId="3865209502" sldId="258"/>
            <ac:picMk id="12" creationId="{8D56A6E6-9FEB-E12A-1F6A-8FCBFFF9CFAD}"/>
          </ac:picMkLst>
        </pc:picChg>
      </pc:sldChg>
      <pc:sldChg chg="delSp mod">
        <pc:chgData name="Afhaam Sameed" userId="42f8595349d8ccae" providerId="LiveId" clId="{CCCFD9EF-85D0-4433-9B48-272B7F3534A3}" dt="2025-10-05T13:49:12.404" v="5" actId="478"/>
        <pc:sldMkLst>
          <pc:docMk/>
          <pc:sldMk cId="1262944802" sldId="259"/>
        </pc:sldMkLst>
        <pc:picChg chg="del">
          <ac:chgData name="Afhaam Sameed" userId="42f8595349d8ccae" providerId="LiveId" clId="{CCCFD9EF-85D0-4433-9B48-272B7F3534A3}" dt="2025-10-05T13:49:12.404" v="5" actId="478"/>
          <ac:picMkLst>
            <pc:docMk/>
            <pc:sldMk cId="1262944802" sldId="259"/>
            <ac:picMk id="7" creationId="{A08EB0EC-B6A5-45A6-CFA7-C2F2F5125266}"/>
          </ac:picMkLst>
        </pc:picChg>
        <pc:picChg chg="del">
          <ac:chgData name="Afhaam Sameed" userId="42f8595349d8ccae" providerId="LiveId" clId="{CCCFD9EF-85D0-4433-9B48-272B7F3534A3}" dt="2025-10-05T13:49:11.461" v="4" actId="478"/>
          <ac:picMkLst>
            <pc:docMk/>
            <pc:sldMk cId="1262944802" sldId="259"/>
            <ac:picMk id="12" creationId="{8D56A6E6-9FEB-E12A-1F6A-8FCBFFF9CFAD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1B1A51-DBDF-4087-A106-5271BC574C7F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BCEBCE-4851-4B49-BA6F-F1194B81CE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6486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BCEBCE-4851-4B49-BA6F-F1194B81CEA2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78064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82564-02E3-D3A0-BA72-B0A78FAA43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2AAC36-044B-0AC7-04BD-D3EF41002E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1FF40F-5AB0-F5DD-976B-9FF8DFA66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05-10-2025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F2387E-73A3-349E-15F7-BE3AE12E9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BE79C7-CF5E-5077-F11B-5EBBDE8BC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9458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55398-A0B4-B0C1-DECD-80E12899A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9374D-B4BE-73F9-B380-032879DD1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F2132E-FC93-5E72-7583-ABB7E447D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05-10-2025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7B354-C429-150F-AE4F-2B5E7D4B4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E8026B-9298-63EE-E6B0-AF6C0F4C2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0322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12E8D-5B1B-76F5-895C-FBEB64706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2C92B5-D491-A147-6CDB-7805C69610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6FF255-8411-B0ED-33E0-3EE5E3E00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05-10-2025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EDAED0-6617-D137-5BD0-E80CE02FF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620E0-A920-FF59-A2AE-60E3CF4A5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56788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427C2-A667-C5A6-E3C5-B88D467D2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0831C-FC7B-CE98-57EE-2D90E6C816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9BDFF2-08E7-647B-5BC2-489469F12E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76DAB2-CA57-9EF2-72C1-AA1D1803F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05-10-2025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958573-0091-6A5F-D557-F5A9D748D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2A30C0-D94A-37F3-F971-187E72944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20905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63371-4EEE-A878-4263-338DDD314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9CBE2E-A214-8FF7-B506-1A702BFF2B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EDAC51-5D38-7B60-6563-40673FF1B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C1DB67-A87F-3CDD-21C0-93C0A5D663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F70B5D-5589-6CA5-EDEA-7D4CF8B397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DE1FBC-4633-0991-2985-FE63EE57B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05-10-2025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1993A1-3B5D-5366-0C06-2EB03266E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C6CA13-FC18-E849-3427-03A45AA6B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85148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B1E75-81F5-A7DC-F534-D2655BB35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D95CF9-0E1D-D9D7-AC2E-4303B4B4B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05-10-2025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03264F-63EC-355B-220A-E96E5AC20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009A40-590D-C6D0-45FE-1D0AE3221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37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4B1193-338A-8592-D4B1-C00B44427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05-10-2025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3B8F80-119B-994B-FFC7-08461ECD8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A22B5-9194-D4B4-96D6-57F6D5D82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4531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1B807-24DD-6095-3850-528464C73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4A17B-48B0-F839-7626-DE987E65EA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316A98-E6DE-04F8-2B26-50F3F83E4E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6704CD-B260-0D9E-D8B5-38F858314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05-10-2025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EC88D0-A159-448F-FBA7-F89632DFB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4BC0BF-26DD-30E3-0872-2D0A97304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00172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C36C3-104A-78CB-751D-E8B5227D9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5719CD-AB8E-AC7F-EE9A-77B74F1921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FF2481-AE12-4965-C447-B494277AED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78F691-75D4-97B6-9E85-54F493D70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05-10-2025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741D0A-1F30-272B-9D94-85507D574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EA8210-996A-0F35-7A07-5042A5746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12860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E461B-53FC-A840-D721-F8ABFDD7B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630C99-0236-8EB5-B981-78BA0E7661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1B9C54-BDFF-328D-D032-B4E071E14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05-10-2025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51614A-B311-9079-E687-2860B710B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856BAF-F0A9-4D2F-8FD7-3094670F8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826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64A427-07D7-BDC7-1B2A-DF6055FF45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D41D35-5E89-DBBF-DDF6-01486BCBAA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9A7CFB-D1E0-89A9-0E4B-4E3EB5267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05-10-2025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3F659-0FEF-8989-D194-DB4C237A1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BC4A2-0DDE-0107-9E82-727ECD7F6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215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B7AFEC-E822-BD39-3C5F-93B07B5F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7F2F92-BAA3-25DD-FD21-B89602C4E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70D4F-1F93-4291-1D25-0A877C5D2F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B7FD77-64CE-4E94-98DD-310047DA4970}" type="datetimeFigureOut">
              <a:rPr lang="en-IN" smtClean="0"/>
              <a:t>05-10-2025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D3E490-7CBD-8DC6-71E8-F21BE7C544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C72400-5D52-84D1-F483-F93DDC8334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06558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5">
                <a:lumMod val="40000"/>
                <a:lumOff val="60000"/>
              </a:schemeClr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0B16D1-28F8-BE3B-D4FC-F1FA056DCCC7}"/>
              </a:ext>
            </a:extLst>
          </p:cNvPr>
          <p:cNvSpPr txBox="1"/>
          <p:nvPr/>
        </p:nvSpPr>
        <p:spPr>
          <a:xfrm>
            <a:off x="104773" y="1770281"/>
            <a:ext cx="117062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To conduct a comprehensive analysis of Blinkit's sales performance, customer satisfaction, and inventory distribution to identify key insights and opportunities for optimization using various KPIs and visualizations in Power BI.</a:t>
            </a:r>
            <a:endParaRPr lang="en-IN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2565795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KPI’s Requirements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76C98889-0FB0-7BAE-666E-6339C6BFBC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3211234"/>
            <a:ext cx="7896227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overall revenue generated from all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revenue per sale.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Items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total count of different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Rating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customer rating for items sold. 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5169FA5-D69F-42A4-5536-E941EB82B0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268" y="94017"/>
            <a:ext cx="685801" cy="752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roject Jupyter - Wikipedia">
            <a:extLst>
              <a:ext uri="{FF2B5EF4-FFF2-40B4-BE49-F238E27FC236}">
                <a16:creationId xmlns:a16="http://schemas.microsoft.com/office/drawing/2014/main" id="{972C6F2B-0BE1-CEC3-14C2-356A65B2C2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2425" y="5995659"/>
            <a:ext cx="638574" cy="740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42883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5">
                <a:lumMod val="40000"/>
                <a:lumOff val="60000"/>
              </a:schemeClr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Chart’s Requirements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D19471D-A4DF-3C83-9AEF-C9FD844FAB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015" y="2435690"/>
            <a:ext cx="11139524" cy="32932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Total Sales by Fat Content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Objective: Analyze the impact of fat content on total sales.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Chart Type: Donut Chart.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Total Sales by Item Type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Identify the performance of different item types in terms of total sales.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Type: Bar Chart.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Fat Content by Outlet for Total Sales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Compare total sales across different outlets segmented by fat content.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Type: Stacked Column Chart.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95FBAB8-8868-F60C-382A-AC6957B062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268" y="94017"/>
            <a:ext cx="685801" cy="752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Project Jupyter - Wikipedia">
            <a:extLst>
              <a:ext uri="{FF2B5EF4-FFF2-40B4-BE49-F238E27FC236}">
                <a16:creationId xmlns:a16="http://schemas.microsoft.com/office/drawing/2014/main" id="{E1347EE7-FE29-0E29-BF15-30E6447AEF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2425" y="5995659"/>
            <a:ext cx="638574" cy="740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52095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5">
                <a:lumMod val="40000"/>
                <a:lumOff val="60000"/>
              </a:schemeClr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Chart’s Requirements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0A68FF2-78A6-71A6-F0DB-6CF5C5D20A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015" y="2560247"/>
            <a:ext cx="11353802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Total Sales by Outlet Establishment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Evaluate how the age or type of outlet establishment influences total sales.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Type: Line Chart.</a:t>
            </a:r>
            <a:endParaRPr lang="en-US" altLang="en-US" sz="1600" b="1" dirty="0"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5. Sales by Outlet Size: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Analyze the correlation between outlet size and total sales.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Type: Donut/ Pie Chart.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6. Sales by Outlet Location: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Assess the geographic distribution of sales across different locations.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Type: Funnel Map.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D08E2635-0769-D65B-377B-2B89B53AAD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268" y="94017"/>
            <a:ext cx="685801" cy="752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Project Jupyter - Wikipedia">
            <a:extLst>
              <a:ext uri="{FF2B5EF4-FFF2-40B4-BE49-F238E27FC236}">
                <a16:creationId xmlns:a16="http://schemas.microsoft.com/office/drawing/2014/main" id="{477DCD06-8CCD-19DF-C8D4-3B05B23C2E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2425" y="5995659"/>
            <a:ext cx="638574" cy="740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29448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9834</TotalTime>
  <Words>349</Words>
  <Application>Microsoft Office PowerPoint</Application>
  <PresentationFormat>Widescreen</PresentationFormat>
  <Paragraphs>36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Arial Rounded MT Bold</vt:lpstr>
      <vt:lpstr>Calibri</vt:lpstr>
      <vt:lpstr>Calibri Light</vt:lpstr>
      <vt:lpstr>Segoe UI Black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Swapnajeet</dc:creator>
  <cp:lastModifiedBy>Afhaam Sameed</cp:lastModifiedBy>
  <cp:revision>15</cp:revision>
  <dcterms:created xsi:type="dcterms:W3CDTF">2024-06-24T12:27:37Z</dcterms:created>
  <dcterms:modified xsi:type="dcterms:W3CDTF">2025-10-05T13:49:13Z</dcterms:modified>
</cp:coreProperties>
</file>